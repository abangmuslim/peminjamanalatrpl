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03" r:id="rId2"/>
    <p:sldId id="304" r:id="rId3"/>
    <p:sldId id="273" r:id="rId4"/>
    <p:sldId id="301" r:id="rId5"/>
    <p:sldId id="300" r:id="rId6"/>
    <p:sldId id="299" r:id="rId7"/>
    <p:sldId id="271" r:id="rId8"/>
    <p:sldId id="263" r:id="rId9"/>
    <p:sldId id="30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FF"/>
    <a:srgbClr val="E3ED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42" autoAdjust="0"/>
    <p:restoredTop sz="94660"/>
  </p:normalViewPr>
  <p:slideViewPr>
    <p:cSldViewPr snapToGrid="0">
      <p:cViewPr varScale="1">
        <p:scale>
          <a:sx n="83" d="100"/>
          <a:sy n="83" d="100"/>
        </p:scale>
        <p:origin x="7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C5232-37C6-4E6A-90C1-0FFEE7DE1D8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1CBBE-7A89-4A0C-BDED-306C13EFE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583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E1CBBE-7A89-4A0C-BDED-306C13EFE26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6481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E1CBBE-7A89-4A0C-BDED-306C13EFE26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038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E259F-C2E9-EE92-6E16-3E65773095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53BDC8-DF35-09A6-28E6-404377C32E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E531B-4804-D332-E868-E3DCDBE73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E4-6B21-4E99-BB2B-D81E1D56BAB8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A4DE-6331-2E73-DFB6-DF252E353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245DE-C514-5084-18D1-B1CAF468B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6059-9519-4FDE-AEC0-77984AD57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160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30832-C4D8-6A54-BF7F-87093BAF0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0BF02-F162-F13D-B78D-2442D3A08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A926-1A0F-36C3-2D73-CEF3A264F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E4-6B21-4E99-BB2B-D81E1D56BAB8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B6475-8523-F37B-F493-56954D394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28C07-E7F3-0AC6-82AA-EA0C5EA7B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6059-9519-4FDE-AEC0-77984AD57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499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42F02-486B-C672-35B8-430E102C5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0CF943-1625-2BFB-9878-2591A4F22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DE479-F5B2-07E2-B6C1-2AC476451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E4-6B21-4E99-BB2B-D81E1D56BAB8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ED1EB-592E-F59E-5074-9EF7830CC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C8185-3AED-A328-3869-3E9D35B41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6059-9519-4FDE-AEC0-77984AD57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784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7B9CF-62F7-9253-2834-B25012F3F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3E648-99BA-E7E6-23B0-0F795C0E84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064178-575C-3F84-C769-0C73F26E78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508BFD-5203-89A5-7800-1BD859BBF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E4-6B21-4E99-BB2B-D81E1D56BAB8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7A9258-1F28-C9B2-08F3-8F2A454A7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F04145-395F-42B5-A056-859567B32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6059-9519-4FDE-AEC0-77984AD57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616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C1829-4E02-B6BB-543A-63E185729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6D11D4-7BFC-99F2-785E-50B3F5F35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A0B5D8-65E5-5A44-CB2F-6CD80DE228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9A812B-D488-4208-1C47-4FF7DDBAC1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5E8449-2ADA-D1C9-2507-9A2E58CFA0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D017E8-38FD-F99F-A25E-4C6463EA6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E4-6B21-4E99-BB2B-D81E1D56BAB8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AFADAB-0AC4-0A73-3319-249790F2D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ED4A47-4918-6BCB-E426-B48686BBA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6059-9519-4FDE-AEC0-77984AD57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39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95180-D99C-005D-3FEA-635393D21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4C5910-FBA7-0ACD-52B0-55FD5813B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E4-6B21-4E99-BB2B-D81E1D56BAB8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DB7CC7-D5E4-E1A0-231A-6F8834E96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3347D8-EE87-D56C-F498-A25122B04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6059-9519-4FDE-AEC0-77984AD57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517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CA60D4-F8F3-778A-91BF-F05F72A98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E4-6B21-4E99-BB2B-D81E1D56BAB8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5FEE46-896B-2EEC-6BD2-5FADAABC4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3C3EE-60EF-8ABC-1CD6-A047E0150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6059-9519-4FDE-AEC0-77984AD57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56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DF3F0-3080-36A3-2AB9-D9F01DB22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EAE82-AAE9-DFEC-2401-3ACBBCB1E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9E7231-9C88-3CFB-CFC8-E062E95FC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160AE-CCE1-9307-59EA-F0C77F87A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E4-6B21-4E99-BB2B-D81E1D56BAB8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EEA5F0-8991-7FEF-93D2-90073FBCA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BAF9AC-23ED-0D6B-6667-30459D018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6059-9519-4FDE-AEC0-77984AD57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514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99727-9CA3-D7F0-41A1-EF6E81BA0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1A4991-4B6F-9E57-2ACA-0D8D380499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59B458-EDCD-48C8-43C5-F915F68AC4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6DFB9D-9847-8268-36E7-CEE0F21CB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E4-6B21-4E99-BB2B-D81E1D56BAB8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02EAFA-4F6E-1CB1-E6F2-5992218BD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332C85-CE0A-1E65-AD24-F1AA5D68A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6059-9519-4FDE-AEC0-77984AD57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15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61F7A-6B89-AE75-A639-FDFEB8EEE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7C9B98-DD78-26E6-904F-80E6A1933D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9E2F8-65E8-A2E6-BAEB-5402ACDFF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E4-6B21-4E99-BB2B-D81E1D56BAB8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9838A-7B3D-6682-3C5B-74737DB87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8CE2C-2A3D-04C0-2FC7-EAAC9B159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6059-9519-4FDE-AEC0-77984AD57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26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E423B0-A9B8-9898-AC86-2E9EE09A1D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9C30CD-9713-2CFB-7C11-5005F0435C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9CF6F-2795-8BBC-2CE7-8ABFFA5D0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E4-6B21-4E99-BB2B-D81E1D56BAB8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A762C-7FC2-4AA8-33F0-C1BEF04DA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0F79F-17E8-A85C-5165-8AAAEA5B1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6059-9519-4FDE-AEC0-77984AD57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406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F84A5-82DA-F743-F896-3DB202A9F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3C104E-50F1-A4EE-FF87-74B5FC14FB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63E66-BF71-7363-02A7-7C3367E412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4D38E4-6B21-4E99-BB2B-D81E1D56BAB8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15E1E-71A0-DB2F-5272-57291BCF1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58387-A0F3-AF85-390A-5308B8F991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216059-9519-4FDE-AEC0-77984AD57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255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110F5-6F6D-413E-FC99-133EC870D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03EDB9-54CA-69B0-DC52-FE66B219F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548" y="1522582"/>
            <a:ext cx="4061812" cy="3406435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8CE2272-6537-12DE-BB9F-CA0E5BEE3AC6}"/>
              </a:ext>
            </a:extLst>
          </p:cNvPr>
          <p:cNvSpPr/>
          <p:nvPr/>
        </p:nvSpPr>
        <p:spPr>
          <a:xfrm>
            <a:off x="3158835" y="3807689"/>
            <a:ext cx="1487055" cy="28402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>
                <a:solidFill>
                  <a:sysClr val="windowText" lastClr="000000"/>
                </a:solidFill>
              </a:rPr>
              <a:t>Daftar akun Baru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7B9FF38-6C90-712C-F20B-5E31EB518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177" y="1420982"/>
            <a:ext cx="4206605" cy="340643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3691AEF-75E1-68DF-79B0-CCAC7194F27E}"/>
              </a:ext>
            </a:extLst>
          </p:cNvPr>
          <p:cNvSpPr/>
          <p:nvPr/>
        </p:nvSpPr>
        <p:spPr>
          <a:xfrm>
            <a:off x="6998573" y="1631027"/>
            <a:ext cx="3966607" cy="5264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ysClr val="windowText" lastClr="000000"/>
                </a:solidFill>
              </a:rPr>
              <a:t>Login Peminjam</a:t>
            </a:r>
          </a:p>
        </p:txBody>
      </p:sp>
    </p:spTree>
    <p:extLst>
      <p:ext uri="{BB962C8B-B14F-4D97-AF65-F5344CB8AC3E}">
        <p14:creationId xmlns:p14="http://schemas.microsoft.com/office/powerpoint/2010/main" val="1597641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110F5-6F6D-413E-FC99-133EC870D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73584C1-7503-2711-B293-C3A49DFDE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384" y="1489568"/>
            <a:ext cx="4198984" cy="333784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3691AEF-75E1-68DF-79B0-CCAC7194F27E}"/>
              </a:ext>
            </a:extLst>
          </p:cNvPr>
          <p:cNvSpPr/>
          <p:nvPr/>
        </p:nvSpPr>
        <p:spPr>
          <a:xfrm>
            <a:off x="6998573" y="1489568"/>
            <a:ext cx="3966607" cy="6679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Login User</a:t>
            </a:r>
          </a:p>
          <a:p>
            <a:pPr algn="ctr"/>
            <a:r>
              <a:rPr lang="en-US" sz="1400">
                <a:solidFill>
                  <a:schemeClr val="bg1"/>
                </a:solidFill>
              </a:rPr>
              <a:t>(admin / petugas)</a:t>
            </a:r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006EC8-A697-F0EA-CDF9-CF4AE91E5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453" y="1489568"/>
            <a:ext cx="4198984" cy="333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380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110F5-6F6D-413E-FC99-133EC870D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876EEC1-F8E0-45ED-7D8B-25D7330C5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0164"/>
            <a:ext cx="12192000" cy="500151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9FD0BE4-7AFA-2695-C147-E637E0B5B500}"/>
              </a:ext>
            </a:extLst>
          </p:cNvPr>
          <p:cNvSpPr/>
          <p:nvPr/>
        </p:nvSpPr>
        <p:spPr>
          <a:xfrm>
            <a:off x="8164945" y="3484416"/>
            <a:ext cx="1487055" cy="20089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>
                <a:solidFill>
                  <a:sysClr val="windowText" lastClr="000000"/>
                </a:solidFill>
              </a:rPr>
              <a:t>Denda jika terlambat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5A2866-AACA-B673-8255-E02CDB948F48}"/>
              </a:ext>
            </a:extLst>
          </p:cNvPr>
          <p:cNvSpPr/>
          <p:nvPr/>
        </p:nvSpPr>
        <p:spPr>
          <a:xfrm>
            <a:off x="8164944" y="3752273"/>
            <a:ext cx="3833092" cy="31172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>
                <a:solidFill>
                  <a:schemeClr val="tx1">
                    <a:lumMod val="50000"/>
                    <a:lumOff val="50000"/>
                  </a:schemeClr>
                </a:solidFill>
              </a:rPr>
              <a:t>Rp 1000, - per hari</a:t>
            </a:r>
          </a:p>
        </p:txBody>
      </p:sp>
    </p:spTree>
    <p:extLst>
      <p:ext uri="{BB962C8B-B14F-4D97-AF65-F5344CB8AC3E}">
        <p14:creationId xmlns:p14="http://schemas.microsoft.com/office/powerpoint/2010/main" val="697332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110F5-6F6D-413E-FC99-133EC870D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16BB34-1EE0-AAB0-1A24-48F30F896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7397"/>
            <a:ext cx="12192000" cy="5083205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D65703F-4EA9-E602-F9C6-247DD5AEE06E}"/>
              </a:ext>
            </a:extLst>
          </p:cNvPr>
          <p:cNvCxnSpPr/>
          <p:nvPr/>
        </p:nvCxnSpPr>
        <p:spPr>
          <a:xfrm>
            <a:off x="83820" y="1409700"/>
            <a:ext cx="1205484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8670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110F5-6F6D-413E-FC99-133EC870D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34F94F-87EE-81C0-9B11-893F5FE94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5056"/>
            <a:ext cx="12192000" cy="52078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CD1DE6-4685-E01D-FEE8-E1BD8FAF4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4390" y="825056"/>
            <a:ext cx="1851820" cy="5334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482F57-6F08-0D65-E5E2-5D73F4525E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1547" y="825056"/>
            <a:ext cx="995653" cy="97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473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110F5-6F6D-413E-FC99-133EC870D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E4C823-3076-E737-BD9C-9E1E0250C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557" y="3690948"/>
            <a:ext cx="7399788" cy="30285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718C61-7734-8584-62FE-27EAA79A2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4557" y="138545"/>
            <a:ext cx="7161661" cy="3018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796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110F5-6F6D-413E-FC99-133EC870D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022873-A011-166D-D2A3-D51EE1855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693111"/>
            <a:ext cx="11684000" cy="54717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E6C63D-00BA-A154-51DF-A2628EB3C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352" y="1773382"/>
            <a:ext cx="11482139" cy="4111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9B66EA-38B3-0D99-6F07-12B1C6CFE2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52" y="1819655"/>
            <a:ext cx="3418793" cy="3185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9E1D7C4-37B8-1B09-D6D6-18ACC6E394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8957" y="1818919"/>
            <a:ext cx="1918927" cy="3200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B85C64C-053B-C22C-249D-25A5FEEC37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2327" y="1792746"/>
            <a:ext cx="2892321" cy="41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078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E1468-512E-D483-8B23-3F382B042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596D81BC-4A09-9F46-92CD-B86B0CCEE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800" y="397769"/>
            <a:ext cx="9856400" cy="456169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DCD799A-D444-D2C4-64C8-E5350B9EF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4213" y="4959462"/>
            <a:ext cx="7855704" cy="1711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722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E1468-512E-D483-8B23-3F382B042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DAF03B-F2C1-CC6C-2011-C7790721DA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1528"/>
          <a:stretch>
            <a:fillRect/>
          </a:stretch>
        </p:blipFill>
        <p:spPr>
          <a:xfrm>
            <a:off x="0" y="592152"/>
            <a:ext cx="12192000" cy="445228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A347928-C4DF-A1D6-849E-A47A9F8F79C9}"/>
              </a:ext>
            </a:extLst>
          </p:cNvPr>
          <p:cNvSpPr/>
          <p:nvPr/>
        </p:nvSpPr>
        <p:spPr>
          <a:xfrm>
            <a:off x="1478280" y="4434840"/>
            <a:ext cx="9791700" cy="2819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9CC983-AD80-9789-4BA4-884172C14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8280" y="4434840"/>
            <a:ext cx="7986259" cy="3431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44F9E4-22D9-5425-4E57-954D4A5E66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278"/>
          <a:stretch>
            <a:fillRect/>
          </a:stretch>
        </p:blipFill>
        <p:spPr>
          <a:xfrm>
            <a:off x="0" y="5276850"/>
            <a:ext cx="12192000" cy="11756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5AEB47-647F-9F34-5132-A54C343C571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404" b="78551"/>
          <a:stretch>
            <a:fillRect/>
          </a:stretch>
        </p:blipFill>
        <p:spPr>
          <a:xfrm>
            <a:off x="1478280" y="5048038"/>
            <a:ext cx="9517837" cy="3431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633556E-68F2-9723-C725-FB4913D0DC62}"/>
              </a:ext>
            </a:extLst>
          </p:cNvPr>
          <p:cNvSpPr txBox="1"/>
          <p:nvPr/>
        </p:nvSpPr>
        <p:spPr>
          <a:xfrm>
            <a:off x="9464539" y="4434840"/>
            <a:ext cx="1866401" cy="43088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accent2">
                    <a:lumMod val="60000"/>
                    <a:lumOff val="40000"/>
                  </a:schemeClr>
                </a:solidFill>
              </a:rPr>
              <a:t>[harga ambil data dari tb gedung]</a:t>
            </a:r>
          </a:p>
        </p:txBody>
      </p:sp>
    </p:spTree>
    <p:extLst>
      <p:ext uri="{BB962C8B-B14F-4D97-AF65-F5344CB8AC3E}">
        <p14:creationId xmlns:p14="http://schemas.microsoft.com/office/powerpoint/2010/main" val="560037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1737</TotalTime>
  <Words>31</Words>
  <Application>Microsoft Office PowerPoint</Application>
  <PresentationFormat>Widescreen</PresentationFormat>
  <Paragraphs>9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abang muslim</dc:creator>
  <cp:lastModifiedBy>abang muslim</cp:lastModifiedBy>
  <cp:revision>32</cp:revision>
  <dcterms:created xsi:type="dcterms:W3CDTF">2025-03-06T22:28:12Z</dcterms:created>
  <dcterms:modified xsi:type="dcterms:W3CDTF">2025-11-20T15:48:07Z</dcterms:modified>
</cp:coreProperties>
</file>